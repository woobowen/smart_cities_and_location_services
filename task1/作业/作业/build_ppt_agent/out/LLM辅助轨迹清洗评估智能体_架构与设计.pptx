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开场。这个框架要解决的问题是：让 LLM 参与轨迹清洗的参数决策，但它的建议必须能被自动判分，而不是靠人去读一段解释。整个设计围绕这一条展开。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这三个问题必须讲透，否则后面所有设计看起来都像过度工程。猜不准、没法判分、成本不可行。特别强调第二点：没法判分是致命的，因为你无法评价 11386 条轨迹上的建议质量。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这是整个框架的骨架，后面每个模块都是为了兑现其中某一条。建议逐条讲清动机，尤其第二条（LLM 不能写记忆）和第四条（提议与核验分离）。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强调依赖方向是严格的：core 不知道上面任何一层的存在。好处是学生能单独复用算法、敏感性实验不用启动智能体、智能体的 bug 不会污染算法正确性。这个约束由测试强制。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核心页。走一遍八步。重点停在第 3 步和第 7 到 8 步之间：那里把 LLM 建议质量变成了一个数字。其余步骤都是为了让这个数字可信而存在的支撑。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regret 需要 ground truth，而 ground truth 来自确定性搜索。这里有个联动值得指出：任务二的敏感性实验产物就是任务三目标函数的地形图。三种口径必须显式标注，否则会得出错误结论。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上下文纪律。117 万个点不可能进上下文，所以只传句柄和标量诊断卡。血缘链让 trace 可以完整重放，也让结果可追溯。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重点是 L2 和 L3 的分工。L2 是机器算出来的统计区间，L3 是人写的因果解释。两者不重复：L2 给数字锚点，L3 给物理直觉。硬规则是 agent 对 vault 只读，这样它的 bug 不可能损坏知识库。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回答「参数怎么调」这个核心问题。LLM 不是优化器，它只给起点和方向。expected_effect 是白送的评分抓手，核验器只需比对符号。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逐类讲工具。特别强调刻意缺席的 write_memory：这不是遗漏，是设计。有一条测试专门断言工具名里不含 write、save、delete。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这一页是方法论价值所在。信息泄漏和模式标签造假都是很隐蔽的错误，做错了两者都会得出完全错误的结论。我们是用代码强制避免的，不是靠自觉。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必须如实报告。三种含 LLM 模式的得分完全相同。根因已经定位到具体层面：moving 类轨迹在记忆里没有已验证案例。这不是设计失败，是数据饥饿。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这页对做工程的人最有价值。每一条都是真实踩过的坑，而且都配了回归测试。可以挑两三个讲透，比如墨卡托 17% 和 Hausdorff 548 米对 4.77 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诚实交代边界。已完成的部分和已知短板要分开讲，不要把短板藏起来。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三条改进路径按收益排序。第一条最紧，第二条才能让消融表真正有信息量。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070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任务三 · 架构与设计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辅助的轨迹清洗评估智能体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4FA3D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6265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选工具、提参数，由确定性代码判定它的建议好不好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401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293 项测试 · 15 个工具 · 四层记忆 · 留出集消融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为什么不能让 LLM 直接清洗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70432"/>
            <a:ext cx="50292" cy="914400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7043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猜不准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0" y="1170432"/>
            <a:ext cx="5897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没读过你的数据，dp_tolerance 说 5 还是 15 全靠语感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50292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9424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没法判分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0" y="2249424"/>
            <a:ext cx="5897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「这条建议看着挺合理」不是判据，无法评价 11386 条轨迹上的建议质量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50292" cy="914400"/>
          </a:xfrm>
          <a:prstGeom prst="rect">
            <a:avLst/>
          </a:prstGeom>
          <a:solidFill>
            <a:srgbClr val="8A6D1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28416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成本不可行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328416"/>
            <a:ext cx="5897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11386 辆车 × 每车多次 API 调用，烧不起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809244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315968"/>
            <a:ext cx="50292" cy="62179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389120"/>
            <a:ext cx="7708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针对性解法：物理先验定边界、确定性搜索做标尺、分层记忆摊成本。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五条不可让步的设计原则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52144"/>
            <a:ext cx="8092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55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不碰数值，也不当优化器。</a:t>
            </a:r>
            <a:endParaRPr lang="en-US" sz="1550" dirty="0"/>
          </a:p>
          <a:p>
            <a:pPr lvl="1" marL="685800" indent="-3429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所有几何与统计计算在 core/ 里，是纯函数、可单测、不知道 LLM 存在。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5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不能写记忆。</a:t>
            </a:r>
            <a:endParaRPr lang="en-US" sz="1550" dirty="0"/>
          </a:p>
          <a:p>
            <a:pPr lvl="1" marL="685800" indent="-3429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工具清单里故意没有 write_memory，记忆写入只发生在核验确认有效之后。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55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坐标永不进上下文。</a:t>
            </a:r>
            <a:endParaRPr lang="en-US" sz="1550" dirty="0"/>
          </a:p>
          <a:p>
            <a:pPr lvl="1" marL="685800" indent="-3429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只传句柄和标量诊断卡，117 万点留在进程内存里。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55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提议与核验分离。</a:t>
            </a:r>
            <a:endParaRPr lang="en-US" sz="1550" dirty="0"/>
          </a:p>
          <a:p>
            <a:pPr lvl="1" marL="685800" indent="-342900">
              <a:lnSpc>
                <a:spcPct val="120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两个独立步骤，专门制造 generator-verifier gap。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55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 不得依赖上层。</a:t>
            </a:r>
            <a:endParaRPr lang="en-US" sz="1550" dirty="0"/>
          </a:p>
          <a:p>
            <a:pPr lvl="1" marL="6858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tests/test_architecture.py 用 AST 强制检查。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pic>
        <p:nvPicPr>
          <p:cNvPr id="5" name="Image 0" descr="/Volumes/TPU301/2025-2026秋季学期/实验课1/作业/build_ppt_agent/assets/arch_lay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097280"/>
            <a:ext cx="7223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626864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10584 行，293 项测试全绿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一条轨迹的完整生命周期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pic>
        <p:nvPicPr>
          <p:cNvPr id="5" name="Image 0" descr="/Volumes/TPU301/2025-2026秋季学期/实验课1/作业/build_ppt_agent/assets/arch_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078992"/>
            <a:ext cx="704088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9028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步与第 7 到 8 步之间是全部价值所在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核心机制一：regret 让建议可判分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52144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regret = score（搜索最优）− score（LLM 提议）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它需要 ground truth，而 ground truth 来自确定性搜索。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b="1" dirty="0">
                <a:solidFill>
                  <a:srgbClr val="8A6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联动：任务二的敏感性实验产物，就是任务三目标函数的地形图。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实测一条：提议 0.6008、基线 0.6330、最优 0.6366，得 regret 0.0358。</a:t>
            </a:r>
            <a:endParaRPr lang="en-US" sz="1350" dirty="0"/>
          </a:p>
        </p:txBody>
      </p:sp>
      <p:pic>
        <p:nvPicPr>
          <p:cNvPr id="6" name="Image 0" descr="/Volumes/TPU301/2025-2026秋季学期/实验课1/作业/build_ppt_agent/assets/regret_ba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87168"/>
            <a:ext cx="809244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核心机制二：句柄与诊断卡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 万点不可能进上下文。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只拿到句柄字符串和一张标量诊断卡。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诊断卡约 400 到 600 字节，11386 条全量也只有几 MB。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每次变换产生新句柄并记录血缘，trace 可完整重放。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349240" y="1188720"/>
            <a:ext cx="3291840" cy="3200400"/>
          </a:xfrm>
          <a:prstGeom prst="rect">
            <a:avLst/>
          </a:prstGeom>
          <a:solidFill>
            <a:srgbClr val="1B2B3A"/>
          </a:solidFill>
          <a:ln/>
        </p:spPr>
      </p:sp>
      <p:sp>
        <p:nvSpPr>
          <p:cNvPr id="7" name="Text 5"/>
          <p:cNvSpPr/>
          <p:nvPr/>
        </p:nvSpPr>
        <p:spPr>
          <a:xfrm>
            <a:off x="5495544" y="12801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TrajHandle(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vehicle_id='246',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version=3,          # 每次变换递增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n_points=106,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state_hash='a3f...' # 内容指纹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诊断卡字段（无任何坐标）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regime: moving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timeline.quality: ok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dt_bimodal: false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dup_ratio: 0.019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speed_p99: 100.77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anomaly_counts: {...}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核心机制三：四层记忆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pic>
        <p:nvPicPr>
          <p:cNvPr id="5" name="Image 0" descr="/Volumes/TPU301/2025-2026秋季学期/实验课1/作业/build_ppt_agent/assets/memory_ti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97280"/>
            <a:ext cx="74980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9028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给数字锚点，L3 给物理直觉，两者不重复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核心机制四：三段式调参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pic>
        <p:nvPicPr>
          <p:cNvPr id="5" name="Image 0" descr="/Volumes/TPU301/2025-2026秋季学期/实验课1/作业/build_ppt_agent/assets/param_three_s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078992"/>
            <a:ext cx="740664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30752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dp_tolerance 区间 [0.5, 30] 米，上限约等于 GPS 精度 CEP。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dt_threshold 区间 [15, 180] 秒，下界保住正常的 20 秒采样。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dist_threshold 由 dt × 限速 × 安全系数推导，不由位移分布推导。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工具层：LLM 的全部能力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924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617720"/>
                <a:gridCol w="178308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只读（9 个）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load · profile · detect_anomalies · evaluate · compare_handles · find_knee · suggest_param_range · query_memory · query_playbook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不改变状态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产生句柄（6 个）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split · clean · simplify · apply_road_constraint · run_search · render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写入句柄存储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刻意缺席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write_memory · write_playbook · 任何 delete_*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无权写记忆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41648"/>
            <a:ext cx="8092440" cy="640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041648"/>
            <a:ext cx="50292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4114800"/>
            <a:ext cx="77083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有一条测试专门断言工具名里不含 write、save、delete。这是设计，不是遗漏。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消融实验的两个方法学陷阱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52144"/>
            <a:ext cx="50292" cy="12984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1521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陷阱一：信息泄漏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46304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6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在评测轨迹上边跑边攒记忆，agent 会把「这条轨迹自己的上次结果」检索回来当先验。</a:t>
            </a:r>
            <a:endParaRPr lang="en-US" sz="1150" dirty="0"/>
          </a:p>
          <a:p>
            <a:pPr marL="342900" indent="-342900">
              <a:lnSpc>
                <a:spcPct val="116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等于考试时把答案摆在桌上。</a:t>
            </a:r>
            <a:endParaRPr lang="en-US" sz="1150" dirty="0"/>
          </a:p>
          <a:p>
            <a:pPr marL="342900" indent="-342900">
              <a:lnSpc>
                <a:spcPct val="116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三处强制：两阶段评测、read_only 不写回、exclude_self 排除同 seg_id。demo 与 holdout 重叠直接抛错。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0292" cy="1298448"/>
          </a:xfrm>
          <a:prstGeom prst="rect">
            <a:avLst/>
          </a:prstGeom>
          <a:solidFill>
            <a:srgbClr val="8A6D1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6334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陷阱二：模式标签造假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944368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6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search-only 若仍调用 LLM，与含 LLM 的模式就不可比。</a:t>
            </a:r>
            <a:endParaRPr lang="en-US" sz="1150" dirty="0"/>
          </a:p>
          <a:p>
            <a:pPr marL="342900" indent="-342900">
              <a:lnSpc>
                <a:spcPct val="116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use_llm=False 真正跳过，并有测试断言其 LLM 轮次为 0。</a:t>
            </a:r>
            <a:endParaRPr lang="en-US" sz="1150" dirty="0"/>
          </a:p>
          <a:p>
            <a:pPr marL="342900" indent="-342900">
              <a:lnSpc>
                <a:spcPct val="116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regret 口径随模式变化，关闭搜索时是绝对口径，不能与归一化口径直接比较。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两者都会让消融表得出完全错误的结论，而且都是隐蔽的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真实结果：记忆层没有带来可测增益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pic>
        <p:nvPicPr>
          <p:cNvPr id="5" name="Image 0" descr="/Volumes/TPU301/2025-2026秋季学期/实验课1/作业/build_ppt_agent/assets/ablation_re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60704"/>
            <a:ext cx="50292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18872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三种含 LLM 模式的提议分逐位相同。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根因已定位：</a:t>
            </a:r>
            <a:endParaRPr lang="en-US" sz="1200" dirty="0"/>
          </a:p>
          <a:p>
            <a:pPr lvl="1" marL="685800" indent="-342900">
              <a:lnSpc>
                <a:spcPct val="120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准入的 5 条里，4 条静止、1 条 mixed。</a:t>
            </a:r>
            <a:endParaRPr lang="en-US" sz="1200" dirty="0"/>
          </a:p>
          <a:p>
            <a:pPr lvl="1" marL="685800" indent="-342900">
              <a:lnSpc>
                <a:spcPct val="120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moving 类轨迹在记忆里没有已验证案例。</a:t>
            </a:r>
            <a:endParaRPr lang="en-US" sz="1200" dirty="0"/>
          </a:p>
          <a:p>
            <a:pPr lvl="1" marL="6858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 moving holdout 检索到的区间数是 0。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瓶颈是 demo 集只有 12 条，不是设计失败。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如实报告：当前配置下不能声称记忆有效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工程发现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六个被数据推翻的假设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80924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069080"/>
                <a:gridCol w="187452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实测症状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墨卡托放大距离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31°N 系统性偏大 17%，容差预算凭空偏 17%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换局部等距投影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Hausdorff 口径错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顶点集算法给 548 米，真实值 4.77 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改点到折线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 偏差估计错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tol=2 米时报出 8349 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从递归结构取精确界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在噪声上算航向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单条静止轨迹假掉头 37 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 10 米噪声地板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漂移用绝对偏移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误判 50% 的正常行驶点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改无量纲曲率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毛刺用位移法识别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一处毛刺污染两位，真毛刺抓不到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改相对插值位置偏差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9028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每条都配了回归测试，详见 DECISIONS.md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当前状态与已知短板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33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10584 行代码，293 项测试全绿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个工具、四层记忆、六类报告图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Mock provider 可完整跑通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接真实模型只需设一个环境变量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133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已知短板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54880" y="1444752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记忆层无可测增益（数据饥饿）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尚未用真实 LLM 跑过消融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路网仅有协议与离线实现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未全量跑 11386 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02736"/>
            <a:ext cx="809244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02736"/>
            <a:ext cx="50292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675888"/>
            <a:ext cx="7708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provider 每次给出同一个 knee point，天然抹平模式差异。不接真实模型，消融表就没有信息量。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167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16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 demo 集到 200 条以上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moving 类轨迹积累到足够样本。这是当前最紧的瓶颈。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2B7BB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249424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接真实 LLM 重跑消融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63347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真实模型的提议有方差，才能显出搜索兜底与记忆先验的价值。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31012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放松准入阈值做敏感性扫描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69417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观察准入率与记忆增益的权衡曲线，这本身就是个好实验。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370832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按预期收益排序。第一条不解决，后面两条的结论都不可信。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辅助的轨迹清洗评估智能体</dc:title>
  <dc:subject>PptxGenJS Presentation</dc:subject>
  <dc:creator>轨迹处理实验课</dc:creator>
  <cp:lastModifiedBy>轨迹处理实验课</cp:lastModifiedBy>
  <cp:revision>1</cp:revision>
  <dcterms:created xsi:type="dcterms:W3CDTF">2026-09-16T13:14:28Z</dcterms:created>
  <dcterms:modified xsi:type="dcterms:W3CDTF">2026-09-16T13:14:28Z</dcterms:modified>
</cp:coreProperties>
</file>