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开场。这门课的数据是 11386 辆车、117 万个点，采样间隔以 10 秒为主，单条记录约 20 分钟。数据来源 traj_dict.json。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先讲清楚为什么需要预处理。学生容易直接跳到写代码，结果在地图匹配那一步才发现数据根本不能用。强调预处理是所有后续分析的前提。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本课最重要的铺垫，建议讲慢。三个数字都来自前 200 条抽样的真实统计。可以提问：如果对静止轨迹用行驶轨迹的速度阈值会怎样？答案是速度计算全部失效，因为位移几乎为零。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讲数据格式。两个列表必须等长且按时间升序，一旦错位后面所有速度计算都会出错。可以现场打开 traj_dict.json 让学生看一眼真实结构。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核心概念页。静止与行驶两类必须分开处理。判断依据用位移加运动点占比双判据，不要只看总长度。实测反例：有一条轨迹停车 19 分钟后开走，只看长度会误判为静止。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这一页解释为什么必须先折叠重复点再压缩。让学生注意只折叠连续重复点，非连续回访属于真实几何。可以出一道思考题：闭合环路该怎么处理？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任务一。两条切分规则互相独立，一次切分可能同时命中，两个原因都要记录。特别提醒：讲义里的 30 秒阈值在这份数据上偏大，会把正常的 20 秒采样误切，建议让学生自己用分位数验证。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任务二。四类异常对应四种处置，重点是保留异常原因字段。学生最常见的错误是只输出删了多少点，说不出删的是哪一类，导致后面无法调参和复核。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最重要的易错点，建议留足时间。现场做两个实验：一是不加噪声地板检测静止轨迹的转向角，会看到几十个假掉头；二是不加尺度归一化检测行驶轨迹的漂移，误判率高达一半。结论是任何涉及方向或偏离的判据都必须做尺度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任务三。强调去噪顺序：先折叠重复点再压缩，因为重复点会污染 DP 的最远点选择。DP 容差不要超过 GPS 精度 8 米。右图是车辆 246 的实测曲线，绿虚线标出 8 米精度线。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任务四。四个指标都要给出具体数字，不能只贴图。重点讲 Hausdorff 的口径：必须算点到折线，不能算顶点到顶点。实测对比是 548 米对 4.77 米，这个坑很隐蔽，因为代码不会报错。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任务五。三张图都是车辆 246 的真实结果。判断作业时看三点：被删点有没有标出来、异常图例有没有给出每类计数、热力图有没有说清单位。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选做一。核心是让学生理解参数不是拍出来的。建议扫一遍 DP 容差，画出质量压缩率曲线，用拐点作为推荐值。这张曲线图后面讲 LLM 评测时还会用到，它就是目标函数的地形图。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选做二。路网约束的价值在于让阈值有物理来源。关键要求是把路网做成可选依赖，没有路网数据时整条流水线必须照常运行，只是匹配率返回空值。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作业要求汇总，右侧进阶项可作加分。评分标准是代码能跑通、异常原因说得清、指标对比有数字支撑。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提交前自检清单，可以直接发给学生当检查表。建议逐条对照，尤其是前三条，它们是本次作业主要的失分点。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7F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轨迹数据预处理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从原始数据到可用轨迹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45720"/>
          </a:xfrm>
          <a:prstGeom prst="rect">
            <a:avLst/>
          </a:prstGeom>
          <a:solidFill>
            <a:srgbClr val="4FA3D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11386 辆车 · 117 万点 · 20 秒采样轨迹的清洗、压缩与评价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实验课 1 · 作业讲解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这门课要解决什么问题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你手里有一条轨迹：一串带时间戳的经纬度点。</a:t>
            </a:r>
            <a:endParaRPr lang="en-US" sz="17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它不能直接用来做地图匹配、路网推理或速度分析。</a:t>
            </a:r>
            <a:endParaRPr lang="en-US" sz="17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5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因为真实数据里有重复点、跳变点、时间戳故障。</a:t>
            </a:r>
            <a:endParaRPr lang="en-US" sz="1750" dirty="0"/>
          </a:p>
          <a:p>
            <a:pPr marL="342900" indent="-342900">
              <a:lnSpc>
                <a:spcPct val="122000"/>
              </a:lnSpc>
              <a:spcAft>
                <a:spcPts val="200"/>
              </a:spcAft>
              <a:buSzPct val="100000"/>
              <a:buChar char="●"/>
            </a:pPr>
            <a:r>
              <a:rPr lang="en-US" sz="155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所以需要一条流水线：分段 → 去噪 → 压缩 → 评价。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486400" y="1298448"/>
            <a:ext cx="3127248" cy="3017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600200"/>
            <a:ext cx="2651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本课数据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11386 辆车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1,173,410 个点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每车中位 100 点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时间间隔主频 10 秒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单条约 20 分钟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A98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坐标格式 (经度, 纬度)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关键前提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先看三个数据事实，它们决定了整条流水线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7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14600" y="120700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的车辆全程静止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146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分钟内位移中位数只有 42 米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14600" y="213969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的相邻点对是重复点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4414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静止轨迹里重复点可占 90%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1037 秒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14600" y="307238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是最大的时间间隔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33741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而主频是 10 秒，存在长间隔断点</a:t>
            </a:r>
            <a:endParaRPr lang="en-US" sz="1150" dirty="0"/>
          </a:p>
        </p:txBody>
      </p:sp>
      <p:pic>
        <p:nvPicPr>
          <p:cNvPr id="14" name="Image 0" descr="/Volumes/TPU301/2025-2026秋季学期/实验课1/作业/build_ppt/assets/chart_reg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170432"/>
            <a:ext cx="3520440" cy="2514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3913632"/>
            <a:ext cx="809244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913632"/>
            <a:ext cx="50292" cy="713232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4005072"/>
            <a:ext cx="7708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静止轨迹与行驶轨迹必须用两套参数。用同一套阈值，不是效果差一点，而是对其中一半数据完全失效。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431596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左图为 200 条抽样的真实类型分布，右图的三项统计均来自同一份抽样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数据格式：车辆 ID 到时间戳与坐标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572000" cy="1371600"/>
          </a:xfrm>
          <a:prstGeom prst="rect">
            <a:avLst/>
          </a:prstGeom>
          <a:solidFill>
            <a:srgbClr val="1B2B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716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"0": [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[1523293209, 1523293229, ...],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[[121.472353, 31.31464], ...]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 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 ID → [时间戳列表, 坐标列表]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0" y="123444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两个列表等长、按时间升序</a:t>
            </a:r>
            <a:endParaRPr lang="en-US" sz="130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坐标是 (经度, 纬度)，单位是度</a:t>
            </a:r>
            <a:endParaRPr lang="en-US" sz="130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时间戳是 Unix 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92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5029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291840"/>
            <a:ext cx="7708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顺序很重要。一旦两个列表错位，后面所有速度计算都会出错，而且代码不会报错。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可以现场打开 traj_dict.json 让学生看一眼真实结构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两种轨迹类型必须分开处理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9264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 20 分钟的记录，它们的参数完全不能共用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977640" cy="475488"/>
          </a:xfrm>
          <a:prstGeom prst="rect">
            <a:avLst/>
          </a:prstGeom>
          <a:solidFill>
            <a:srgbClr val="6C7A8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3258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静止轨迹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132588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8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63% 的车辆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37944"/>
            <a:ext cx="3977640" cy="4023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3794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位移中位数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183794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米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39776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24028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连续重复点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23160" y="22402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可占 90%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3977640" cy="4023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6426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26426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 m/s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044952"/>
            <a:ext cx="39776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449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切分结果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23160" y="3044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按长度阈值全部滤除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1325880"/>
            <a:ext cx="3977640" cy="475488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13258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行驶轨迹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132588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8F0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37% 的车辆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1837944"/>
            <a:ext cx="3977640" cy="4023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183794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位移中位数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183794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数公里至 20 公里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17720" y="2240280"/>
            <a:ext cx="39776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82312" y="224028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连续重复点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22402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通常低于 10%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17720" y="2642616"/>
            <a:ext cx="3977640" cy="40233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264261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中位速度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92240" y="26426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至 20 m/s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17720" y="3044952"/>
            <a:ext cx="39776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30449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切分结果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92240" y="3044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保留大部分点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611880"/>
            <a:ext cx="8092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611880"/>
            <a:ext cx="5029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" y="3703320"/>
            <a:ext cx="7708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判断依据不能只看总长度。先看位移，再看运动点占比，两者结合才稳。只看长度会把「停车 19 分钟后开走」误判为静止。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8640" y="440740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占比来自 200 条抽样的实测统计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重复点的分布与处置顺序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pic>
        <p:nvPicPr>
          <p:cNvPr id="5" name="Image 0" descr="/Volumes/TPU301/2025-2026秋季学期/实验课1/作业/build_ppt/assets/chart_d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429768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207008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超过一半的相邻点对是重复点。</a:t>
            </a:r>
            <a:endParaRPr lang="en-US" sz="15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这些点不是噪声，而是车辆静止时的重复上报。</a:t>
            </a:r>
            <a:endParaRPr lang="en-US" sz="155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但它们会让 DP 的最远点选择退化到重复段内部。</a:t>
            </a:r>
            <a:endParaRPr lang="en-US" sz="15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所以顺序必须是：先折叠重复点，再压缩。</a:t>
            </a:r>
            <a:endParaRPr lang="en-US" sz="1550" dirty="0"/>
          </a:p>
          <a:p>
            <a:pPr lvl="1" marL="6858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反过来做，压缩率会明显下降。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809244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931920"/>
            <a:ext cx="50292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4023360"/>
            <a:ext cx="7708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只折叠「连续」重复点。非连续的回访点属于真实几何，删掉会改变轨迹形状。闭合环路和折返都属于这一类。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任务一：轨迹分段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07008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为什么要分段？一条记录里可能包含停车、行驶、失联三段。</a:t>
            </a:r>
            <a:endParaRPr lang="en-US" sz="14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●"/>
            </a:pPr>
            <a:r>
              <a:rPr lang="en-US" sz="145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两条独立的切分规则：</a:t>
            </a:r>
            <a:endParaRPr lang="en-US" sz="1450" dirty="0"/>
          </a:p>
          <a:p>
            <a:pPr lvl="1" marL="685800" indent="-342900">
              <a:lnSpc>
                <a:spcPct val="122000"/>
              </a:lnSpc>
              <a:spcAft>
                <a:spcPts val="500"/>
              </a:spcAft>
              <a:buSzPct val="100000"/>
              <a:buChar char="●"/>
            </a:pPr>
            <a:r>
              <a:rPr lang="en-US" sz="14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时间间隔超过阈值 → 断开</a:t>
            </a:r>
            <a:endParaRPr lang="en-US" sz="1450" dirty="0"/>
          </a:p>
          <a:p>
            <a:pPr lvl="1" marL="6858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空间跳跃超过阈值 → 断开</a:t>
            </a:r>
            <a:endParaRPr lang="en-US" sz="14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一次切分可以同时命中两条规则，两个原因都要记录。</a:t>
            </a:r>
            <a:endParaRPr lang="en-US" sz="14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分段之后再做长度与点数过滤，滤掉静止碎片。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0" y="1207008"/>
            <a:ext cx="3127248" cy="15361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5705856" y="1371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阈值怎么定？
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不是拍脑袋。用 Δt 分布的分位数。
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本课数据主频 10 秒，p95 是 20 秒。
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讲义的 30 秒 = 3×中位数，会误切正常的 20 秒采样。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288036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空间阈值有物理推导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317296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≈ Δt × 路段限速 × 安全系数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0" y="347472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例：20 秒 × 20 m/s × 1.5 = 600 米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任务二：异常点规则与原因字段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92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77640"/>
                <a:gridCol w="2468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速度突变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单点速度超过阈值，且两侧正常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剔除或中值平滑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非法坐标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NaN、越界、或 (0,0) 空值占位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直接删除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连续重复点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与紧邻前一点坐标完全相同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折叠，保留每段最后一个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偏离相邻点连线且偏离量异常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删除或修坐标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80924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291840"/>
            <a:ext cx="5029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3383280"/>
            <a:ext cx="7708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必须保留「异常原因」字段。不能只输出「删了 78 个点」，而要能说出删的是哪一类。这是后面调参和复核的唯一依据。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还有一类容易漏掉：时间戳故障。下一页展开。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最容易做错的地方：在噪声上算航向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07008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错误做法：在相邻两点之间直接算航向角。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如果这两点只差几厘米，得到的航向完全是随机数。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实测后果：一条全程静止的轨迹报出 37 个掉头点。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正确做法：加一个 10 米的位移下限。</a:t>
            </a:r>
            <a:endParaRPr lang="en-US" sz="1400" dirty="0"/>
          </a:p>
          <a:p>
            <a:pPr lvl="1" marL="6858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10 米不判航向、不判漂移。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漂移判据也要做尺度归一化，用「垂距 ÷ 弦长」这个无量纲量。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否则单步 235 米的正常行驶会被判成漂移，实测误判 50% 的点。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23560" y="1234440"/>
            <a:ext cx="2999232" cy="30175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修正前后对比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69164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 306 的漂移误判
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修正前  56 / 111 点  (50%)
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   3 / 111 点  (2.7%)
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静止轨迹的假掉头
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修正前  37 个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    0 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任务三：去噪与 Douglas-Peucker 压缩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07008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去噪的顺序有讲究。</a:t>
            </a:r>
            <a:endParaRPr lang="en-US" sz="1400" dirty="0"/>
          </a:p>
          <a:p>
            <a:pPr lvl="1" marL="6858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先折叠重复点，再压缩。</a:t>
            </a:r>
            <a:endParaRPr lang="en-US" sz="1400" dirty="0"/>
          </a:p>
          <a:p>
            <a:pPr lvl="1" marL="685800" indent="-342900">
              <a:lnSpc>
                <a:spcPct val="12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原因：重复点会污染 DP 的「最远点」选择，压缩效率明显下降。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的原理：保留首尾，找离连线最远的点。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若最远距离超过容差，就在该点切开，递归处理两段。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容差不要超过 GPS 精度（约 8 米）。</a:t>
            </a:r>
            <a:endParaRPr lang="en-US" sz="1400" dirty="0"/>
          </a:p>
          <a:p>
            <a:pPr lvl="1" marL="6858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超过它，删掉的就是真实几何，不是噪声。</a:t>
            </a:r>
            <a:endParaRPr lang="en-US" sz="1400" dirty="0"/>
          </a:p>
        </p:txBody>
      </p:sp>
      <p:pic>
        <p:nvPicPr>
          <p:cNvPr id="6" name="Image 0" descr="/Volumes/TPU301/2025-2026秋季学期/实验课1/作业/build_ppt/assets/chart_dp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280160"/>
            <a:ext cx="320040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2452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 246 实测：容差 8 米时压缩约 75%，偏差仍在 GPS 精度内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任务四：四个对比指标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45720" cy="640080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51760" y="1188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压缩率 = 1 − 压缩后点数 / 原点数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0" y="11887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直接反映压缩收益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45720" cy="640080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97510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轨迹长度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19751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逐段地面距离累加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1975104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压缩后长度不该明显变短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45720" cy="640080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7614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Hausdorff 距离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27614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一个点到另一条折线的最大距离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0" y="276148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回答离原线有多远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45720" cy="640080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4787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35478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单条轨迹的处理耗时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0" y="3547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评估算法是否可用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809244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15968"/>
            <a:ext cx="50292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407408"/>
            <a:ext cx="7708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Hausdorff 必须算「点到折线」，不能算「顶点到顶点」。压缩后顶点变稀疏，顶点集算法会给出完全错误的结果：实测 548 米，真实值 4.77 米。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任务五：三张必做图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70432"/>
            <a:ext cx="2670048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pic>
        <p:nvPicPr>
          <p:cNvPr id="6" name="Image 0" descr="/Volumes/TPU301/2025-2026秋季学期/实验课1/作业/build_ppt/assets/chart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261872"/>
            <a:ext cx="2487168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346704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清洗前后叠加图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365760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灰色是原始，蓝线是清洗后，红叉是被删点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1170432"/>
            <a:ext cx="2670048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pic>
        <p:nvPicPr>
          <p:cNvPr id="10" name="Image 1" descr="/Volumes/TPU301/2025-2026秋季学期/实验课1/作业/build_ppt/assets/chart_anomal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10712" y="1261872"/>
            <a:ext cx="2487168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9272" y="3346704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异常点分布图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19272" y="365760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按原因分色，图例给出每类点数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35624" y="1170432"/>
            <a:ext cx="2670048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E1E7EC"/>
            </a:solidFill>
            <a:prstDash val="solid"/>
          </a:ln>
        </p:spPr>
      </p:sp>
      <p:pic>
        <p:nvPicPr>
          <p:cNvPr id="14" name="Image 2" descr="/Volumes/TPU301/2025-2026秋季学期/实验课1/作业/build_ppt/assets/chart_heatma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27064" y="1261872"/>
            <a:ext cx="2487168" cy="1920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35624" y="3346704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轨迹热力图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35624" y="365760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看停留密度，左右对比清洗前后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8640" y="45720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三张图都来自车辆 246 的真实清洗结果，不是示意图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选做一：阈值敏感性实验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07008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改变一个阈值，看结果怎么变。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时间阈值、速度阈值、DP 容差各扫一遍。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画「质量—压缩率曲线」。</a:t>
            </a:r>
            <a:endParaRPr lang="en-US" sz="1400" dirty="0"/>
          </a:p>
          <a:p>
            <a:pPr lvl="1" marL="685800" indent="-342900">
              <a:lnSpc>
                <a:spcPct val="12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曲线拐点就是最佳折衷。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为什么重要：这张曲线图就是后面 LLM 评测的目标函数地形图。</a:t>
            </a:r>
            <a:endParaRPr lang="en-US" sz="1400" dirty="0"/>
          </a:p>
        </p:txBody>
      </p:sp>
      <p:pic>
        <p:nvPicPr>
          <p:cNvPr id="6" name="Image 0" descr="/Volumes/TPU301/2025-2026秋季学期/实验课1/作业/build_ppt/assets/chart_se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1207008"/>
            <a:ext cx="365760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40740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横轴时间阈值、纵轴距离阈值，颜色是保留点数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选做二：加入路网约束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92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971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仅几何规则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加路网约束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6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速度阈值来源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全局常数 38 m/s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按所在道路等级取限速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跳跃阈值来源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400 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由路段限速推导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漂移判定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只看几何偏离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还要求偏离道路中心线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可解释性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能说出这条轨迹在快速路上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11880"/>
            <a:ext cx="80924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611880"/>
            <a:ext cx="50292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3703320"/>
            <a:ext cx="7708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关键：把路网做成可选依赖。没有路网数据时整条流水线必须照常运行，只是路网匹配率返回空值。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先做纯几何方案，再把路网作为可插拔组件接进来，两者对比才有意义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提交清单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作业要求一览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切分：按车辆 ID、时间间隔、空间跳跃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异常：速度突变、非法坐标、重复点、漂移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清洗：去噪并保留异常原因字段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压缩：Douglas-Peucker 简化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选做与进阶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81328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指标：点数、长度、Hausdorff、运行时间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出图：叠加图、异常分布图、热力图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选做：路网约束对比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选做：阈值敏感性与质量—压缩率曲线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92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57600"/>
            <a:ext cx="50292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749040"/>
            <a:ext cx="7708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评分看三件事：代码能跑通、异常原因说得清、指标对比有数字支撑。只贴图不给数字，不算完成。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提交前自检清单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69264"/>
            <a:ext cx="822960" cy="32004"/>
          </a:xfrm>
          <a:prstGeom prst="rect">
            <a:avLst/>
          </a:prstGeom>
          <a:solidFill>
            <a:srgbClr val="2B7B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分段函数对时间间隔和空间跳跃都做了判断，两个原因都记录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异常原因字段贯穿全流程，能回答「删的是哪一类点」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静止轨迹与行驶轨迹分别验证过，没有用同一套阈值硬套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Hausdorff 用的是点到折线口径，不是顶点到顶点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的实际偏差不超过容差（这是数学保证，可以断言）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三张图都有，且图例与坐标轴标清单位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指标对比表里点数和长度对得上，没有悄悄丢点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7B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有疑问随时在群里问，或者直接看 DECISIONS.md 里的踩坑记录。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75320" y="4700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轨迹数据清洗：从原始数据到可用轨迹</dc:title>
  <dc:subject>PptxGenJS Presentation</dc:subject>
  <dc:creator>轨迹处理实验课</dc:creator>
  <cp:lastModifiedBy>轨迹处理实验课</cp:lastModifiedBy>
  <cp:revision>1</cp:revision>
  <dcterms:created xsi:type="dcterms:W3CDTF">2026-09-16T12:09:20Z</dcterms:created>
  <dcterms:modified xsi:type="dcterms:W3CDTF">2026-09-16T12:09:20Z</dcterms:modified>
</cp:coreProperties>
</file>